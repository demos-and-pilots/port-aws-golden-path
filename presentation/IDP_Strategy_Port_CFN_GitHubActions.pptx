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3B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PLATAFORMA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Autoservicio de Infraestructura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Nube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26517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un Internal Developer Portal resuelve el problema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aprovisionamiento con Port · CloudFormation · GitHub Actions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3749040"/>
            <a:ext cx="3200400" cy="36576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8587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Consultoría · Platform 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98080" y="548640"/>
            <a:ext cx="1463040" cy="1463040"/>
          </a:xfrm>
          <a:prstGeom prst="rect">
            <a:avLst/>
          </a:prstGeom>
          <a:solidFill>
            <a:srgbClr val="1E5FA8">
              <a:alpha val="30000"/>
            </a:srgbClr>
          </a:solidFill>
          <a:ln w="12700">
            <a:solidFill>
              <a:srgbClr val="1E5FA8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0" y="1280160"/>
            <a:ext cx="1280160" cy="2926080"/>
          </a:xfrm>
          <a:prstGeom prst="rect">
            <a:avLst/>
          </a:prstGeom>
          <a:solidFill>
            <a:srgbClr val="0B8A6E">
              <a:alpha val="25000"/>
            </a:srgbClr>
          </a:solidFill>
          <a:ln w="12700">
            <a:solidFill>
              <a:srgbClr val="0B8A6E">
                <a:alpha val="2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Plataforma · IDP Strategy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2976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54864" cy="960120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8872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38912" y="14996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" y="17373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brecha entre developers e infraestructura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78992"/>
            <a:ext cx="42976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78992"/>
            <a:ext cx="54864" cy="960120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18872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19472" y="14996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 propuesto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17373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base en AWS con privacidad total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249424"/>
            <a:ext cx="42976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249424"/>
            <a:ext cx="54864" cy="960120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3591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38912" y="26700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IDP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8912" y="29077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como portal de autoservicio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249424"/>
            <a:ext cx="42976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249424"/>
            <a:ext cx="54864" cy="960120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23591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919472" y="26700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entrega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19472" y="29077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 + GitHub Actions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419856"/>
            <a:ext cx="42976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419856"/>
            <a:ext cx="54864" cy="960120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52958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38912" y="38404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completo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38912" y="40782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formulario al stack aprovisionado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419856"/>
            <a:ext cx="42976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419856"/>
            <a:ext cx="54864" cy="960120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352958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919472" y="38404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clave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19472" y="40782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en velocidad, seguridad y escala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brecha entre developers e infraestructura en AWS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Plataforma · IDP Strategy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859536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E5737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872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078992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organización tiene madurez técnica en AWS pero no puede democratizar esa infraestructura.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despliegue es artesanal, lento y depende de 2–3 expertos.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320" y="1938528"/>
            <a:ext cx="27432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1938528"/>
            <a:ext cx="27432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2140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41248" y="21214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lentos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11480" y="250545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solo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puede crear el equipo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plataforma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172968" y="1938528"/>
            <a:ext cx="27432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172968" y="1938528"/>
            <a:ext cx="27432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212140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739896" y="21214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inconsistente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310128" y="250545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proyecto configura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a su manera,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creando deuda técnica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071616" y="1938528"/>
            <a:ext cx="27432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071616" y="1938528"/>
            <a:ext cx="2743200" cy="64008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76" y="2121408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638544" y="21214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silo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208776" y="250545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'cómo' vive en la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cabeza de pocos ingenieros,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golden path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274320" y="3264408"/>
            <a:ext cx="27432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274320" y="3264408"/>
            <a:ext cx="2743200" cy="64008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447288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41248" y="34472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VPCs manuales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11480" y="383133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 y endpoints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configurados a mano,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estándares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3172968" y="3264408"/>
            <a:ext cx="27432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172968" y="3264408"/>
            <a:ext cx="2743200" cy="640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0128" y="3447288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739896" y="34472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visibilidad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3310128" y="383133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catálogo de qué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existe, quién lo posee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qué cuesta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6071616" y="3264408"/>
            <a:ext cx="27432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071616" y="3264408"/>
            <a:ext cx="27432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8776" y="3447288"/>
            <a:ext cx="347472" cy="34747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638544" y="34472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Time-to-market alto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6208776" y="383133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para desplegar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arquitectura que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debería tardar horas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 propuesto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base que debe poder aprovisionarse en autoservicio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Plataforma · IDP Strategy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051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de la arquitectura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389888"/>
            <a:ext cx="41148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89888"/>
            <a:ext cx="64008" cy="5120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45389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166420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Cómputo serverless en VPC privada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965960"/>
            <a:ext cx="41148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965960"/>
            <a:ext cx="64008" cy="512064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202996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DynamoDB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6112" y="224028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NoSQL con endpoint privado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542032"/>
            <a:ext cx="41148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542032"/>
            <a:ext cx="64008" cy="512064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260604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Endpoints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6112" y="281635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· 100% privado · sin internet directo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118104"/>
            <a:ext cx="41148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118104"/>
            <a:ext cx="64008" cy="51206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318211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completo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6112" y="3392424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· perfiles · políticas least privilege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694176"/>
            <a:ext cx="41148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94176"/>
            <a:ext cx="64008" cy="5120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375818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96112" y="3968496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inbound/outbound por componente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270248"/>
            <a:ext cx="41148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4270248"/>
            <a:ext cx="64008" cy="512064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433425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Link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96112" y="454456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vía API Gateway si aplica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63440" y="1051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requeridas en autoservicio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1389888"/>
            <a:ext cx="4206240" cy="36210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1389888"/>
            <a:ext cx="4206240" cy="54864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1645920"/>
            <a:ext cx="201168" cy="201168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02352" y="15727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Modificación de security groups sin ticket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800600" y="2112264"/>
            <a:ext cx="201168" cy="201168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02352" y="20391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Adición de nuevas funciones Lambda al stack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800600" y="2578608"/>
            <a:ext cx="201168" cy="201168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02352" y="25054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Incorporación de nuevas tablas DynamoDB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800600" y="3044952"/>
            <a:ext cx="201168" cy="201168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02352" y="2971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IAM predefinida y enforceada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800600" y="3511296"/>
            <a:ext cx="201168" cy="201168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02352" y="34381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Adición de microservicios con su propia VPC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800600" y="3977640"/>
            <a:ext cx="201168" cy="201168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02352" y="39044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del owner y costo de cada recurso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800600" y="4443984"/>
            <a:ext cx="201168" cy="201168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02352" y="43708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drift automática post-despliegue</a:t>
            </a:r>
            <a:endParaRPr lang="en-US" sz="1150" dirty="0"/>
          </a:p>
        </p:txBody>
      </p:sp>
      <p:pic>
        <p:nvPicPr>
          <p:cNvPr id="4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481328"/>
            <a:ext cx="310896" cy="310896"/>
          </a:xfrm>
          <a:prstGeom prst="rect">
            <a:avLst/>
          </a:prstGeom>
        </p:spPr>
      </p:pic>
      <p:pic>
        <p:nvPicPr>
          <p:cNvPr id="5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3785616"/>
            <a:ext cx="310896" cy="310896"/>
          </a:xfrm>
          <a:prstGeom prst="rect">
            <a:avLst/>
          </a:prstGeom>
        </p:spPr>
      </p:pic>
      <p:pic>
        <p:nvPicPr>
          <p:cNvPr id="5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4361688"/>
            <a:ext cx="310896" cy="310896"/>
          </a:xfrm>
          <a:prstGeom prst="rect">
            <a:avLst/>
          </a:prstGeom>
        </p:spPr>
      </p:pic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633472"/>
            <a:ext cx="310896" cy="310896"/>
          </a:xfrm>
          <a:prstGeom prst="rect">
            <a:avLst/>
          </a:prstGeom>
        </p:spPr>
      </p:pic>
      <p:pic>
        <p:nvPicPr>
          <p:cNvPr id="5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209544"/>
            <a:ext cx="310896" cy="310896"/>
          </a:xfrm>
          <a:prstGeom prst="rect">
            <a:avLst/>
          </a:prstGeom>
        </p:spPr>
      </p:pic>
      <p:pic>
        <p:nvPicPr>
          <p:cNvPr id="5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2057400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Port como IDP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portal que abstrae la complejidad de AWS para todos los developers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Plataforma · IDP Strategy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8595360" cy="621792"/>
          </a:xfrm>
          <a:prstGeom prst="rect">
            <a:avLst/>
          </a:prstGeom>
          <a:solidFill>
            <a:srgbClr val="1B3A5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5156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 →  Port IDP  →  CloudFormation  →  AWS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2743200" cy="3090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828800"/>
            <a:ext cx="2743200" cy="475488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836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y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templates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" y="2532888"/>
            <a:ext cx="164592" cy="164592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2450592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self-service en Port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" y="3136392"/>
            <a:ext cx="164592" cy="164592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3054096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Parámetros: servicio, región, env, Lambdas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8912" y="3739896"/>
            <a:ext cx="164592" cy="164592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3657600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naming y tagging automática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8912" y="4343400"/>
            <a:ext cx="164592" cy="164592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4261104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path estandarizado para toda la org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72968" y="1828800"/>
            <a:ext cx="2743200" cy="3090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72968" y="1828800"/>
            <a:ext cx="2743200" cy="475488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18836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Guardarraíles y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automático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37560" y="2532888"/>
            <a:ext cx="164592" cy="16459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93592" y="2450592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cfn-guard valida políticas antes del deploy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37560" y="3136392"/>
            <a:ext cx="164592" cy="16459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93592" y="3054096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SCPs enforceadas por AWS Organizations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37560" y="3739896"/>
            <a:ext cx="164592" cy="16459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93592" y="3657600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least privilege por defecto en templates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37560" y="4343400"/>
            <a:ext cx="164592" cy="16459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93592" y="4261104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Cuotas y budget alerts por squad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71616" y="1828800"/>
            <a:ext cx="2743200" cy="3090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71616" y="1828800"/>
            <a:ext cx="2743200" cy="47548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08776" y="18836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y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236208" y="2532888"/>
            <a:ext cx="164592" cy="1645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2450592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servicios con dueño claro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36208" y="3136392"/>
            <a:ext cx="164592" cy="1645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3054096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 post-aprovisionamiento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36208" y="3739896"/>
            <a:ext cx="164592" cy="1645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3657600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tags automáticos por stack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36208" y="4343400"/>
            <a:ext cx="164592" cy="1645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4261104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integrado desde el día 1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entrega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 + GitHub Actions · flujo GitOps end-to-end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Plataforma · IDP Strategy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1115568"/>
            <a:ext cx="1298448" cy="1719072"/>
          </a:xfrm>
          <a:prstGeom prst="rect">
            <a:avLst/>
          </a:prstGeom>
          <a:solidFill>
            <a:srgbClr val="1A2E45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115568"/>
            <a:ext cx="1298448" cy="73152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1261872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9184" y="1591056"/>
            <a:ext cx="11521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dispara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workflow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" y="2212848"/>
            <a:ext cx="1152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en el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IDP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554480" y="1920240"/>
            <a:ext cx="164592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19072" y="1115568"/>
            <a:ext cx="1298448" cy="1719072"/>
          </a:xfrm>
          <a:prstGeom prst="rect">
            <a:avLst/>
          </a:prstGeom>
          <a:solidFill>
            <a:srgbClr val="1A2E45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19072" y="1115568"/>
            <a:ext cx="1298448" cy="7315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92224" y="1261872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92224" y="1591056"/>
            <a:ext cx="11521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evento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92224" y="2212848"/>
            <a:ext cx="1152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→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workflow.yml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17520" y="1920240"/>
            <a:ext cx="164592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2112" y="1115568"/>
            <a:ext cx="1298448" cy="1719072"/>
          </a:xfrm>
          <a:prstGeom prst="rect">
            <a:avLst/>
          </a:prstGeom>
          <a:solidFill>
            <a:srgbClr val="1A2E45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82112" y="1115568"/>
            <a:ext cx="1298448" cy="731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55264" y="1261872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255264" y="1591056"/>
            <a:ext cx="11521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template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CFN (Jinja2)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55264" y="2212848"/>
            <a:ext cx="1152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 →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YAML/JSON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480560" y="1920240"/>
            <a:ext cx="164592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45152" y="1115568"/>
            <a:ext cx="1298448" cy="1719072"/>
          </a:xfrm>
          <a:prstGeom prst="rect">
            <a:avLst/>
          </a:prstGeom>
          <a:solidFill>
            <a:srgbClr val="1A2E4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45152" y="1115568"/>
            <a:ext cx="129844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18304" y="1261872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718304" y="1591056"/>
            <a:ext cx="11521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cfn-lint +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cfn-guard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18304" y="2212848"/>
            <a:ext cx="1152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· policy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43600" y="1920240"/>
            <a:ext cx="164592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08192" y="1115568"/>
            <a:ext cx="1298448" cy="1719072"/>
          </a:xfrm>
          <a:prstGeom prst="rect">
            <a:avLst/>
          </a:prstGeom>
          <a:solidFill>
            <a:srgbClr val="1A2E45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08192" y="1115568"/>
            <a:ext cx="1298448" cy="73152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81344" y="1261872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181344" y="1591056"/>
            <a:ext cx="11521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Set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81344" y="2212848"/>
            <a:ext cx="1152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AWS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406640" y="1920240"/>
            <a:ext cx="164592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71232" y="1115568"/>
            <a:ext cx="1298448" cy="1719072"/>
          </a:xfrm>
          <a:prstGeom prst="rect">
            <a:avLst/>
          </a:prstGeom>
          <a:solidFill>
            <a:srgbClr val="1A2E45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71232" y="1115568"/>
            <a:ext cx="1298448" cy="7315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44384" y="1261872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7644384" y="1591056"/>
            <a:ext cx="11521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deploy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vía Service Cat.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644384" y="2212848"/>
            <a:ext cx="1152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Create/update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74320" y="3017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B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clave del pipeline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74320" y="3337560"/>
            <a:ext cx="2029968" cy="1325880"/>
          </a:xfrm>
          <a:prstGeom prst="rect">
            <a:avLst/>
          </a:prstGeom>
          <a:solidFill>
            <a:srgbClr val="132030"/>
          </a:solidFill>
          <a:ln w="9525">
            <a:solidFill>
              <a:srgbClr val="0B8A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2336" y="340156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B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automático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02336" y="3694176"/>
            <a:ext cx="17922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stack falla, CFN revierte al estado anterior sin intervención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450592" y="3337560"/>
            <a:ext cx="2029968" cy="1325880"/>
          </a:xfrm>
          <a:prstGeom prst="rect">
            <a:avLst/>
          </a:prstGeom>
          <a:solidFill>
            <a:srgbClr val="132030"/>
          </a:solidFill>
          <a:ln w="9525">
            <a:solidFill>
              <a:srgbClr val="0B8A6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78608" y="340156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B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578608" y="3694176"/>
            <a:ext cx="17922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puede ejecutar detección de deriva de forma programada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26864" y="3337560"/>
            <a:ext cx="2029968" cy="1325880"/>
          </a:xfrm>
          <a:prstGeom prst="rect">
            <a:avLst/>
          </a:prstGeom>
          <a:solidFill>
            <a:srgbClr val="132030"/>
          </a:solidFill>
          <a:ln w="9525">
            <a:solidFill>
              <a:srgbClr val="0B8A6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340156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B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 paralelos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754880" y="3694176"/>
            <a:ext cx="17922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template genera dev, staging y prod con distintos params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803136" y="3337560"/>
            <a:ext cx="2029968" cy="1325880"/>
          </a:xfrm>
          <a:prstGeom prst="rect">
            <a:avLst/>
          </a:prstGeom>
          <a:solidFill>
            <a:srgbClr val="132030"/>
          </a:solidFill>
          <a:ln w="9525">
            <a:solidFill>
              <a:srgbClr val="0B8A6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31152" y="340156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B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sin secrets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931152" y="3694176"/>
            <a:ext cx="17922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usa OIDC para asumir rol IAM sin credenciales estáticas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completo de autoservicio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solicitud en Port al stack CloudFormation aprovisionado en AWS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Plataforma · IDP Strategy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2103120" cy="47548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8755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1 · Developer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1197864"/>
            <a:ext cx="228600" cy="3657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987552"/>
            <a:ext cx="623620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33472" y="987552"/>
            <a:ext cx="54864" cy="47548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98064" y="987552"/>
            <a:ext cx="5961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 arquitectura en el catálogo de Port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80160" y="1463040"/>
            <a:ext cx="36576" cy="1645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591056"/>
            <a:ext cx="2103120" cy="475488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59105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2 · Port IDP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77440" y="1801368"/>
            <a:ext cx="228600" cy="36576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33472" y="1591056"/>
            <a:ext cx="623620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33472" y="1591056"/>
            <a:ext cx="54864" cy="475488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98064" y="1591056"/>
            <a:ext cx="5961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Formulario: servicio · env · Lambdas · DDB · CIDR · tags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280160" y="2066544"/>
            <a:ext cx="36576" cy="164592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194560"/>
            <a:ext cx="210312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1945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3 · Guardarraíles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2404872"/>
            <a:ext cx="22860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33472" y="2194560"/>
            <a:ext cx="623620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33472" y="2194560"/>
            <a:ext cx="54864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98064" y="2194560"/>
            <a:ext cx="5961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cfn-guard + SCPs: IAM · naming · cuotas · budget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280160" y="2670048"/>
            <a:ext cx="36576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2798064"/>
            <a:ext cx="2103120" cy="475488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79806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4 · GitHub Actions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377440" y="3008376"/>
            <a:ext cx="228600" cy="36576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33472" y="2798064"/>
            <a:ext cx="623620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33472" y="2798064"/>
            <a:ext cx="54864" cy="475488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98064" y="2798064"/>
            <a:ext cx="5961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CFN generado → cfn-lint → Change Set → deploy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280160" y="3273552"/>
            <a:ext cx="36576" cy="16459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3401568"/>
            <a:ext cx="2103120" cy="47548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40156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5 · AWS CloudFormation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377440" y="3611880"/>
            <a:ext cx="228600" cy="3657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633472" y="3401568"/>
            <a:ext cx="623620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33472" y="3401568"/>
            <a:ext cx="54864" cy="47548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98064" y="3401568"/>
            <a:ext cx="5961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Stacks: IAM · SG · VPC Endpoints · Lambda (VPC) · DynamoDB privado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280160" y="3877056"/>
            <a:ext cx="36576" cy="1645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4005072"/>
            <a:ext cx="2103120" cy="475488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00507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6 · Observabilidad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377440" y="4215384"/>
            <a:ext cx="228600" cy="36576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633472" y="4005072"/>
            <a:ext cx="623620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33472" y="4005072"/>
            <a:ext cx="54864" cy="475488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98064" y="4005072"/>
            <a:ext cx="5961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en catálogo · owner · CloudWatch · drift detection · cost tags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74320" y="457200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extensión de nuevos componentes (Lambda, tabla DDB, microservicio) sigue exactamente el mismo flujo — sin tickets manuales.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clave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medible al adoptar Port + CloudFormation + GitHub Actions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Plataforma · IDP Strategy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274320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51560"/>
            <a:ext cx="2743200" cy="54864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hr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aprovisionamiento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95681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semanas con tickets manuales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72968" y="1051560"/>
            <a:ext cx="274320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051560"/>
            <a:ext cx="2743200" cy="54864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11556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310128" y="17373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privada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10128" y="195681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Endpoints · sin internet directo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71616" y="1051560"/>
            <a:ext cx="274320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71616" y="1051560"/>
            <a:ext cx="2743200" cy="5486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8776" y="111556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208776" y="17373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Secretos estáticos en CI/CD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08776" y="195681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nativo entre GitHub y AWS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487168"/>
            <a:ext cx="2029968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487168"/>
            <a:ext cx="2029968" cy="54864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2615184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68096" y="261518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02336" y="294436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semanas a horas en aprovisionar una arquitectura completa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2450592" y="2487168"/>
            <a:ext cx="2029968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2450592" y="2487168"/>
            <a:ext cx="2029968" cy="54864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2615184"/>
            <a:ext cx="274320" cy="27432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2944368" y="261518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enforceada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2578608" y="294436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cfn-guard y SCPs garantizan que cada stack cumple políticas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4626864" y="2487168"/>
            <a:ext cx="2029968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4626864" y="2487168"/>
            <a:ext cx="2029968" cy="5486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615184"/>
            <a:ext cx="274320" cy="27432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120640" y="261518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sin fricción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4754880" y="294436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squads adoptan el golden path sin onboarding manual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6803136" y="2487168"/>
            <a:ext cx="2029968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6803136" y="2487168"/>
            <a:ext cx="2029968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152" y="2615184"/>
            <a:ext cx="274320" cy="27432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7296912" y="261518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Extensibilidad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6931152" y="294436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Lambdas, tablas o microservicios sigue el mismo flujo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274320" y="3694176"/>
            <a:ext cx="2029968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274320" y="3694176"/>
            <a:ext cx="2029968" cy="54864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" y="3822192"/>
            <a:ext cx="274320" cy="274320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768096" y="382219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nativo</a:t>
            </a:r>
            <a:endParaRPr lang="en-US" sz="1100" dirty="0"/>
          </a:p>
        </p:txBody>
      </p:sp>
      <p:sp>
        <p:nvSpPr>
          <p:cNvPr id="46" name="Text 39"/>
          <p:cNvSpPr/>
          <p:nvPr/>
        </p:nvSpPr>
        <p:spPr>
          <a:xfrm>
            <a:off x="402336" y="4151376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infraestructura en PR · revisable · versionada · auditable</a:t>
            </a:r>
            <a:endParaRPr lang="en-US" sz="950" dirty="0"/>
          </a:p>
        </p:txBody>
      </p:sp>
      <p:sp>
        <p:nvSpPr>
          <p:cNvPr id="47" name="Shape 40"/>
          <p:cNvSpPr/>
          <p:nvPr/>
        </p:nvSpPr>
        <p:spPr>
          <a:xfrm>
            <a:off x="2450592" y="3694176"/>
            <a:ext cx="2029968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1"/>
          <p:cNvSpPr/>
          <p:nvPr/>
        </p:nvSpPr>
        <p:spPr>
          <a:xfrm>
            <a:off x="2450592" y="3694176"/>
            <a:ext cx="2029968" cy="54864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8608" y="3822192"/>
            <a:ext cx="274320" cy="27432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2944368" y="382219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sz="1100" dirty="0"/>
          </a:p>
        </p:txBody>
      </p:sp>
      <p:sp>
        <p:nvSpPr>
          <p:cNvPr id="51" name="Text 43"/>
          <p:cNvSpPr/>
          <p:nvPr/>
        </p:nvSpPr>
        <p:spPr>
          <a:xfrm>
            <a:off x="2578608" y="4151376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 detecta cambios no gestionados automáticamente</a:t>
            </a:r>
            <a:endParaRPr lang="en-US" sz="950" dirty="0"/>
          </a:p>
        </p:txBody>
      </p:sp>
      <p:sp>
        <p:nvSpPr>
          <p:cNvPr id="52" name="Shape 44"/>
          <p:cNvSpPr/>
          <p:nvPr/>
        </p:nvSpPr>
        <p:spPr>
          <a:xfrm>
            <a:off x="4626864" y="3694176"/>
            <a:ext cx="2029968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3" name="Shape 45"/>
          <p:cNvSpPr/>
          <p:nvPr/>
        </p:nvSpPr>
        <p:spPr>
          <a:xfrm>
            <a:off x="4626864" y="3694176"/>
            <a:ext cx="2029968" cy="5486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3822192"/>
            <a:ext cx="274320" cy="274320"/>
          </a:xfrm>
          <a:prstGeom prst="rect">
            <a:avLst/>
          </a:prstGeom>
        </p:spPr>
      </p:pic>
      <p:sp>
        <p:nvSpPr>
          <p:cNvPr id="55" name="Text 46"/>
          <p:cNvSpPr/>
          <p:nvPr/>
        </p:nvSpPr>
        <p:spPr>
          <a:xfrm>
            <a:off x="5120640" y="382219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de costo</a:t>
            </a:r>
            <a:endParaRPr lang="en-US" sz="1100" dirty="0"/>
          </a:p>
        </p:txBody>
      </p:sp>
      <p:sp>
        <p:nvSpPr>
          <p:cNvPr id="56" name="Text 47"/>
          <p:cNvSpPr/>
          <p:nvPr/>
        </p:nvSpPr>
        <p:spPr>
          <a:xfrm>
            <a:off x="4754880" y="4151376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tags por squad desde el día 1, sin configuración extra</a:t>
            </a:r>
            <a:endParaRPr lang="en-US" sz="950" dirty="0"/>
          </a:p>
        </p:txBody>
      </p:sp>
      <p:sp>
        <p:nvSpPr>
          <p:cNvPr id="57" name="Shape 48"/>
          <p:cNvSpPr/>
          <p:nvPr/>
        </p:nvSpPr>
        <p:spPr>
          <a:xfrm>
            <a:off x="6803136" y="3694176"/>
            <a:ext cx="2029968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8" name="Shape 49"/>
          <p:cNvSpPr/>
          <p:nvPr/>
        </p:nvSpPr>
        <p:spPr>
          <a:xfrm>
            <a:off x="6803136" y="3694176"/>
            <a:ext cx="2029968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5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1152" y="3822192"/>
            <a:ext cx="274320" cy="274320"/>
          </a:xfrm>
          <a:prstGeom prst="rect">
            <a:avLst/>
          </a:prstGeom>
        </p:spPr>
      </p:pic>
      <p:sp>
        <p:nvSpPr>
          <p:cNvPr id="60" name="Text 50"/>
          <p:cNvSpPr/>
          <p:nvPr/>
        </p:nvSpPr>
        <p:spPr>
          <a:xfrm>
            <a:off x="7296912" y="382219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vendor lock-in</a:t>
            </a:r>
            <a:endParaRPr lang="en-US" sz="1100" dirty="0"/>
          </a:p>
        </p:txBody>
      </p:sp>
      <p:sp>
        <p:nvSpPr>
          <p:cNvPr id="61" name="Text 51"/>
          <p:cNvSpPr/>
          <p:nvPr/>
        </p:nvSpPr>
        <p:spPr>
          <a:xfrm>
            <a:off x="6931152" y="4151376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+ CFN: herramientas estándar y ampliamente adoptadas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infraestructura segura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existe. El IDP la democratiza.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+ CloudFormation + GitHub Actions convierte el conocimiento experto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autoservicio confiable para todos los equipos de desarrollo.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474720"/>
            <a:ext cx="3291840" cy="36576"/>
          </a:xfrm>
          <a:prstGeom prst="rect">
            <a:avLst/>
          </a:prstGeom>
          <a:solidFill>
            <a:srgbClr val="0B8A6E"/>
          </a:solidFill>
          <a:ln w="12700">
            <a:solidFill>
              <a:srgbClr val="0B8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611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3B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¿Comenzamos con el diseño del catálogo de templates?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Consultoría · Platform Engineering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3200400"/>
            <a:ext cx="1920240" cy="1920240"/>
          </a:xfrm>
          <a:prstGeom prst="rect">
            <a:avLst/>
          </a:prstGeom>
          <a:solidFill>
            <a:srgbClr val="1E5FA8">
              <a:alpha val="20000"/>
            </a:srgbClr>
          </a:solidFill>
          <a:ln w="12700">
            <a:solidFill>
              <a:srgbClr val="1E5FA8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1097280"/>
            <a:ext cx="1371600" cy="1920240"/>
          </a:xfrm>
          <a:prstGeom prst="rect">
            <a:avLst/>
          </a:prstGeom>
          <a:solidFill>
            <a:srgbClr val="0B8A6E">
              <a:alpha val="20000"/>
            </a:srgbClr>
          </a:solidFill>
          <a:ln w="12700">
            <a:solidFill>
              <a:srgbClr val="0B8A6E">
                <a:alpha val="20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IDP Strategy: Port + CloudFormation + GitHub Actions</dc:title>
  <dc:subject>PptxGenJS Presentation</dc:subject>
  <dc:creator>PptxGenJS</dc:creator>
  <cp:lastModifiedBy>PptxGenJS</cp:lastModifiedBy>
  <cp:revision>1</cp:revision>
  <dcterms:created xsi:type="dcterms:W3CDTF">2026-04-08T14:50:10Z</dcterms:created>
  <dcterms:modified xsi:type="dcterms:W3CDTF">2026-04-08T14:50:10Z</dcterms:modified>
</cp:coreProperties>
</file>